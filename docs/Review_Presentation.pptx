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one-line value prop. Say you built an integrated demo that combines object detection, emotion analysis and optional violence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high-level problem and why automation matters for safety and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flow. Emphasize async inference and evidence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each model and why it fits its role (spatial vs temporal).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design reasons: responsiveness, false positive mitigation, secure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short clip and email; present any latency numbers or explain CPU/GPU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limits and describe how you mitigate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ask: resources, time, and the next steps.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Surveillance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Real-time detection: weapons, crowds, suspicious behavior</a:t>
            </a:r>
          </a:p>
          <a:p>
            <a:pPr>
              <a:defRPr sz="2800"/>
            </a:pPr>
            <a:r>
              <a:t>Automatic alerts: email + audible beeps</a:t>
            </a:r>
          </a:p>
          <a:p>
            <a:pPr>
              <a:defRPr sz="2800"/>
            </a:pPr>
            <a:r>
              <a:t>Auth &amp; GUI for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Manual monitoring is slow and error-prone</a:t>
            </a:r>
          </a:p>
          <a:p>
            <a:pPr>
              <a:defRPr sz="2800"/>
            </a:pPr>
            <a:r>
              <a:t>Need automated alerts to improve response time</a:t>
            </a:r>
          </a:p>
          <a:p>
            <a:pPr>
              <a:defRPr sz="2800"/>
            </a:pPr>
            <a:r>
              <a:t>Low-cost, deployable prototype for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Camera capture → Preprocess → Models → Alerts → GUI/DB</a:t>
            </a:r>
          </a:p>
          <a:p>
            <a:pPr>
              <a:defRPr sz="2800"/>
            </a:pPr>
            <a:r>
              <a:t>Async inference keeps UI responsive</a:t>
            </a:r>
          </a:p>
          <a:p>
            <a:pPr>
              <a:defRPr sz="2800"/>
            </a:pPr>
            <a:r>
              <a:t>Persistent boxes and evidence capture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YOLOv8: weapon + person detection (per-frame)</a:t>
            </a:r>
          </a:p>
          <a:p>
            <a:pPr>
              <a:defRPr sz="2800"/>
            </a:pPr>
            <a:r>
              <a:t>FER: face emotion estimation (support signal)</a:t>
            </a:r>
          </a:p>
          <a:p>
            <a:pPr>
              <a:defRPr sz="2800"/>
            </a:pPr>
            <a:r>
              <a:t>SlowFast (PyTorchVideo): clip-level violence detection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Implementation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Detection runs asynchronously (ThreadPoolExecutor)</a:t>
            </a:r>
          </a:p>
          <a:p>
            <a:pPr>
              <a:defRPr sz="2800"/>
            </a:pPr>
            <a:r>
              <a:t>Lower capture resolution for performance</a:t>
            </a:r>
          </a:p>
          <a:p>
            <a:pPr>
              <a:defRPr sz="2800"/>
            </a:pPr>
            <a:r>
              <a:t>Env-var email config and DB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Live demo: show detection + email alert</a:t>
            </a:r>
          </a:p>
          <a:p>
            <a:pPr>
              <a:defRPr sz="2800"/>
            </a:pPr>
            <a:r>
              <a:t>Metrics: latency (ms), detection frequency, false positive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Violence model is heavy — best on GPU</a:t>
            </a:r>
          </a:p>
          <a:p>
            <a:pPr>
              <a:defRPr sz="2800"/>
            </a:pPr>
            <a:r>
              <a:t>YOLO false positives on metal; use thresholds &amp; tracking</a:t>
            </a:r>
          </a:p>
          <a:p>
            <a:pPr>
              <a:defRPr sz="2800"/>
            </a:pPr>
            <a:r>
              <a:t>FER unstable on low-res 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GPU access &amp; benchmarking</a:t>
            </a:r>
          </a:p>
          <a:p>
            <a:pPr>
              <a:defRPr sz="2800"/>
            </a:pPr>
            <a:r>
              <a:t>Model optimization (ONNX/TensorRT)</a:t>
            </a:r>
          </a:p>
          <a:p>
            <a:pPr>
              <a:defRPr sz="2800"/>
            </a:pPr>
            <a:r>
              <a:t>User studies and multi-camera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